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2" r:id="rId1"/>
  </p:sldMasterIdLst>
  <p:sldIdLst>
    <p:sldId id="256" r:id="rId2"/>
    <p:sldId id="257" r:id="rId3"/>
    <p:sldId id="262" r:id="rId4"/>
    <p:sldId id="258" r:id="rId5"/>
    <p:sldId id="259" r:id="rId6"/>
    <p:sldId id="260" r:id="rId7"/>
    <p:sldId id="263"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2BF5CD91-4E64-4963-899C-98C934B069B1}" type="datetimeFigureOut">
              <a:rPr lang="en-US" smtClean="0"/>
              <a:t>6/15/2026</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606607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F5CD91-4E64-4963-899C-98C934B069B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221355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2BF5CD91-4E64-4963-899C-98C934B069B1}" type="datetimeFigureOut">
              <a:rPr lang="en-US" smtClean="0"/>
              <a:t>6/15/2026</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358602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F5CD91-4E64-4963-899C-98C934B069B1}"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1504014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F5CD91-4E64-4963-899C-98C934B069B1}"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8015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F5CD91-4E64-4963-899C-98C934B069B1}"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3075414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F5CD91-4E64-4963-899C-98C934B069B1}"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3103807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F5CD91-4E64-4963-899C-98C934B069B1}"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2526902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F5CD91-4E64-4963-899C-98C934B069B1}"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610708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F5CD91-4E64-4963-899C-98C934B069B1}"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3381474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BF5CD91-4E64-4963-899C-98C934B069B1}" type="datetimeFigureOut">
              <a:rPr lang="en-US" smtClean="0"/>
              <a:t>6/15/2026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3582108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BF5CD91-4E64-4963-899C-98C934B069B1}" type="datetimeFigureOut">
              <a:rPr lang="en-US" smtClean="0"/>
              <a:t>6/15/2026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642C27F-F450-4C4F-BCF4-898767FE9F7F}"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28865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2BF5CD91-4E64-4963-899C-98C934B069B1}" type="datetimeFigureOut">
              <a:rPr lang="en-US" smtClean="0"/>
              <a:t>6/15/2026</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19193326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BF5CD91-4E64-4963-899C-98C934B069B1}"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3575379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BF5CD91-4E64-4963-899C-98C934B069B1}"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225901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F5CD91-4E64-4963-899C-98C934B069B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37878389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2BF5CD91-4E64-4963-899C-98C934B069B1}" type="datetimeFigureOut">
              <a:rPr lang="en-US" smtClean="0"/>
              <a:t>6/15/2026</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642C27F-F450-4C4F-BCF4-898767FE9F7F}" type="slidenum">
              <a:rPr lang="en-US" smtClean="0"/>
              <a:t>‹#›</a:t>
            </a:fld>
            <a:endParaRPr lang="en-US"/>
          </a:p>
        </p:txBody>
      </p:sp>
    </p:spTree>
    <p:extLst>
      <p:ext uri="{BB962C8B-B14F-4D97-AF65-F5344CB8AC3E}">
        <p14:creationId xmlns:p14="http://schemas.microsoft.com/office/powerpoint/2010/main" val="635636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BF5CD91-4E64-4963-899C-98C934B069B1}" type="datetimeFigureOut">
              <a:rPr lang="en-US" smtClean="0"/>
              <a:t>6/15/2026</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642C27F-F450-4C4F-BCF4-898767FE9F7F}" type="slidenum">
              <a:rPr lang="en-US" smtClean="0"/>
              <a:t>‹#›</a:t>
            </a:fld>
            <a:endParaRPr lang="en-US"/>
          </a:p>
        </p:txBody>
      </p:sp>
    </p:spTree>
    <p:extLst>
      <p:ext uri="{BB962C8B-B14F-4D97-AF65-F5344CB8AC3E}">
        <p14:creationId xmlns:p14="http://schemas.microsoft.com/office/powerpoint/2010/main" val="4202156775"/>
      </p:ext>
    </p:extLst>
  </p:cSld>
  <p:clrMap bg1="dk1" tx1="lt1" bg2="dk2" tx2="lt2" accent1="accent1" accent2="accent2" accent3="accent3" accent4="accent4" accent5="accent5" accent6="accent6" hlink="hlink" folHlink="folHlink"/>
  <p:sldLayoutIdLst>
    <p:sldLayoutId id="2147484073" r:id="rId1"/>
    <p:sldLayoutId id="2147484074" r:id="rId2"/>
    <p:sldLayoutId id="2147484075" r:id="rId3"/>
    <p:sldLayoutId id="2147484076" r:id="rId4"/>
    <p:sldLayoutId id="2147484077" r:id="rId5"/>
    <p:sldLayoutId id="2147484078" r:id="rId6"/>
    <p:sldLayoutId id="2147484079" r:id="rId7"/>
    <p:sldLayoutId id="2147484080" r:id="rId8"/>
    <p:sldLayoutId id="2147484081" r:id="rId9"/>
    <p:sldLayoutId id="2147484082" r:id="rId10"/>
    <p:sldLayoutId id="2147484083" r:id="rId11"/>
    <p:sldLayoutId id="2147484084" r:id="rId12"/>
    <p:sldLayoutId id="2147484085" r:id="rId13"/>
    <p:sldLayoutId id="2147484086" r:id="rId14"/>
    <p:sldLayoutId id="2147484087" r:id="rId15"/>
    <p:sldLayoutId id="2147484088" r:id="rId16"/>
    <p:sldLayoutId id="214748408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A505F-357C-B27A-C2FA-D2E0457C978C}"/>
              </a:ext>
            </a:extLst>
          </p:cNvPr>
          <p:cNvSpPr>
            <a:spLocks noGrp="1"/>
          </p:cNvSpPr>
          <p:nvPr>
            <p:ph type="ctrTitle"/>
          </p:nvPr>
        </p:nvSpPr>
        <p:spPr>
          <a:xfrm>
            <a:off x="1447800" y="948191"/>
            <a:ext cx="9144000" cy="2387600"/>
          </a:xfrm>
        </p:spPr>
        <p:txBody>
          <a:bodyPr/>
          <a:lstStyle/>
          <a:p>
            <a:r>
              <a:rPr lang="en-US" sz="4800" dirty="0">
                <a:latin typeface="Segoe UI Semibold" panose="020B0702040204020203" pitchFamily="34" charset="0"/>
                <a:cs typeface="Segoe UI Semibold" panose="020B0702040204020203" pitchFamily="34" charset="0"/>
              </a:rPr>
              <a:t>EXAM SEATING </a:t>
            </a:r>
            <a:br>
              <a:rPr lang="en-US" sz="4800" dirty="0">
                <a:latin typeface="Segoe UI Semibold" panose="020B0702040204020203" pitchFamily="34" charset="0"/>
                <a:cs typeface="Segoe UI Semibold" panose="020B0702040204020203" pitchFamily="34" charset="0"/>
              </a:rPr>
            </a:br>
            <a:r>
              <a:rPr lang="en-US" sz="4800" dirty="0">
                <a:latin typeface="Segoe UI Semibold" panose="020B0702040204020203" pitchFamily="34" charset="0"/>
                <a:cs typeface="Segoe UI Semibold" panose="020B0702040204020203" pitchFamily="34" charset="0"/>
              </a:rPr>
              <a:t>ARRANGEMENT </a:t>
            </a:r>
          </a:p>
        </p:txBody>
      </p:sp>
      <p:sp>
        <p:nvSpPr>
          <p:cNvPr id="3" name="Subtitle 2">
            <a:extLst>
              <a:ext uri="{FF2B5EF4-FFF2-40B4-BE49-F238E27FC236}">
                <a16:creationId xmlns:a16="http://schemas.microsoft.com/office/drawing/2014/main" id="{38F10C47-271F-43D2-3A8D-68F3478FB752}"/>
              </a:ext>
            </a:extLst>
          </p:cNvPr>
          <p:cNvSpPr>
            <a:spLocks noGrp="1"/>
          </p:cNvSpPr>
          <p:nvPr>
            <p:ph type="subTitle" idx="1"/>
          </p:nvPr>
        </p:nvSpPr>
        <p:spPr>
          <a:xfrm>
            <a:off x="326572" y="3743551"/>
            <a:ext cx="9144000" cy="1655762"/>
          </a:xfrm>
        </p:spPr>
        <p:txBody>
          <a:bodyPr>
            <a:normAutofit lnSpcReduction="10000"/>
          </a:bodyPr>
          <a:lstStyle/>
          <a:p>
            <a:r>
              <a:rPr lang="en-US" sz="3200" b="1" dirty="0"/>
              <a:t>Team Members</a:t>
            </a:r>
            <a:r>
              <a:rPr lang="en-US" sz="3200" dirty="0"/>
              <a:t>:</a:t>
            </a:r>
          </a:p>
          <a:p>
            <a:r>
              <a:rPr lang="en-US" sz="3200" dirty="0"/>
              <a:t>Yuktha </a:t>
            </a:r>
            <a:r>
              <a:rPr lang="en-US" sz="3200" dirty="0" err="1"/>
              <a:t>Alumuri</a:t>
            </a:r>
            <a:r>
              <a:rPr lang="en-US" sz="3200" dirty="0"/>
              <a:t>(2520090093)</a:t>
            </a:r>
          </a:p>
          <a:p>
            <a:r>
              <a:rPr lang="en-US" sz="3200" dirty="0" err="1"/>
              <a:t>G.Shivani</a:t>
            </a:r>
            <a:r>
              <a:rPr lang="en-US" sz="3200" dirty="0"/>
              <a:t>(2520090046)</a:t>
            </a:r>
          </a:p>
          <a:p>
            <a:endParaRPr lang="en-US" sz="3200" dirty="0"/>
          </a:p>
          <a:p>
            <a:endParaRPr lang="en-US" dirty="0"/>
          </a:p>
        </p:txBody>
      </p:sp>
    </p:spTree>
    <p:extLst>
      <p:ext uri="{BB962C8B-B14F-4D97-AF65-F5344CB8AC3E}">
        <p14:creationId xmlns:p14="http://schemas.microsoft.com/office/powerpoint/2010/main" val="3069512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C9D4-C8EC-247F-ECC8-40010CCEC793}"/>
              </a:ext>
            </a:extLst>
          </p:cNvPr>
          <p:cNvSpPr>
            <a:spLocks noGrp="1"/>
          </p:cNvSpPr>
          <p:nvPr>
            <p:ph type="title"/>
          </p:nvPr>
        </p:nvSpPr>
        <p:spPr/>
        <p:txBody>
          <a:bodyPr/>
          <a:lstStyle/>
          <a:p>
            <a:r>
              <a:rPr lang="en-US" dirty="0">
                <a:latin typeface="Segoe UI Semibold" panose="020B0702040204020203" pitchFamily="34" charset="0"/>
                <a:cs typeface="Segoe UI Semibold" panose="020B0702040204020203" pitchFamily="34" charset="0"/>
              </a:rPr>
              <a:t>ABSTRACT</a:t>
            </a:r>
          </a:p>
        </p:txBody>
      </p:sp>
      <p:sp>
        <p:nvSpPr>
          <p:cNvPr id="3" name="Content Placeholder 2">
            <a:extLst>
              <a:ext uri="{FF2B5EF4-FFF2-40B4-BE49-F238E27FC236}">
                <a16:creationId xmlns:a16="http://schemas.microsoft.com/office/drawing/2014/main" id="{7802109A-2E76-A8EC-0896-EF3974FB6120}"/>
              </a:ext>
            </a:extLst>
          </p:cNvPr>
          <p:cNvSpPr>
            <a:spLocks noGrp="1"/>
          </p:cNvSpPr>
          <p:nvPr>
            <p:ph idx="1"/>
          </p:nvPr>
        </p:nvSpPr>
        <p:spPr>
          <a:xfrm>
            <a:off x="1077686" y="2506662"/>
            <a:ext cx="10515600" cy="4351338"/>
          </a:xfrm>
        </p:spPr>
        <p:txBody>
          <a:bodyPr>
            <a:normAutofit fontScale="92500" lnSpcReduction="20000"/>
          </a:bodyPr>
          <a:lstStyle/>
          <a:p>
            <a:r>
              <a:rPr lang="en-IN" dirty="0"/>
              <a:t>he </a:t>
            </a:r>
            <a:r>
              <a:rPr lang="en-IN" b="1" dirty="0"/>
              <a:t>Smart Examination Seating Arrangement System</a:t>
            </a:r>
            <a:r>
              <a:rPr lang="en-IN" dirty="0"/>
              <a:t> is a Python-based application developed using the </a:t>
            </a:r>
            <a:r>
              <a:rPr lang="en-IN" b="1" dirty="0" err="1"/>
              <a:t>Tkinter</a:t>
            </a:r>
            <a:r>
              <a:rPr lang="en-IN" b="1" dirty="0"/>
              <a:t> GUI library</a:t>
            </a:r>
            <a:r>
              <a:rPr lang="en-IN" dirty="0"/>
              <a:t> to automate the process of arranging students in examination halls. The system is designed to reduce manual effort, improve accuracy, and provide an organized method for seat allocation during examinations. It stores student details such as Hall Ticket Number, Name, and Department, and generates a systematic seating arrangement automatically.</a:t>
            </a:r>
          </a:p>
          <a:p>
            <a:r>
              <a:rPr lang="en-IN" dirty="0"/>
              <a:t>The application distributes students from different departments, including </a:t>
            </a:r>
            <a:r>
              <a:rPr lang="en-IN" b="1" dirty="0"/>
              <a:t>CSE, ECE, AIDS, and CSIT</a:t>
            </a:r>
            <a:r>
              <a:rPr lang="en-IN" dirty="0"/>
              <a:t>, in a structured manner to maintain fairness and reduce the possibility of malpractice during examinations. The system provides a simple graphical user interface through which administrators can view student information and generate seating arrangements with a single click.</a:t>
            </a:r>
          </a:p>
          <a:p>
            <a:r>
              <a:rPr lang="en-IN" dirty="0"/>
              <a:t>The generated seating plan is displayed instantly, enabling quick verification and management of examination halls. By automating the seating allocation process, the system minimizes human errors, saves time, and enhances examination administration efficiency. This project serves as a foundation for future enhancements such as database integration, online management, report generation, and advanced seat allocation techniques.</a:t>
            </a:r>
          </a:p>
          <a:p>
            <a:endParaRPr lang="en-US" dirty="0">
              <a:cs typeface="Arial" panose="020B0604020202020204" pitchFamily="34" charset="0"/>
            </a:endParaRPr>
          </a:p>
        </p:txBody>
      </p:sp>
    </p:spTree>
    <p:extLst>
      <p:ext uri="{BB962C8B-B14F-4D97-AF65-F5344CB8AC3E}">
        <p14:creationId xmlns:p14="http://schemas.microsoft.com/office/powerpoint/2010/main" val="2345906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4C381-4892-0723-0A08-B5B4CB3CD7FC}"/>
              </a:ext>
            </a:extLst>
          </p:cNvPr>
          <p:cNvSpPr>
            <a:spLocks noGrp="1"/>
          </p:cNvSpPr>
          <p:nvPr>
            <p:ph type="title"/>
          </p:nvPr>
        </p:nvSpPr>
        <p:spPr>
          <a:xfrm>
            <a:off x="609600" y="764373"/>
            <a:ext cx="10896600" cy="1293028"/>
          </a:xfrm>
        </p:spPr>
        <p:txBody>
          <a:bodyPr/>
          <a:lstStyle/>
          <a:p>
            <a:pPr algn="ctr"/>
            <a:r>
              <a:rPr lang="en-IN" dirty="0"/>
              <a:t>OBJECTIVES     </a:t>
            </a:r>
          </a:p>
        </p:txBody>
      </p:sp>
      <p:sp>
        <p:nvSpPr>
          <p:cNvPr id="3" name="Content Placeholder 2">
            <a:extLst>
              <a:ext uri="{FF2B5EF4-FFF2-40B4-BE49-F238E27FC236}">
                <a16:creationId xmlns:a16="http://schemas.microsoft.com/office/drawing/2014/main" id="{27A0C74F-EA1F-C043-5137-2B01064B5F6A}"/>
              </a:ext>
            </a:extLst>
          </p:cNvPr>
          <p:cNvSpPr>
            <a:spLocks noGrp="1"/>
          </p:cNvSpPr>
          <p:nvPr>
            <p:ph idx="1"/>
          </p:nvPr>
        </p:nvSpPr>
        <p:spPr/>
        <p:txBody>
          <a:bodyPr>
            <a:normAutofit lnSpcReduction="10000"/>
          </a:bodyPr>
          <a:lstStyle/>
          <a:p>
            <a:r>
              <a:rPr lang="en-IN" dirty="0"/>
              <a:t>To automate the examination seating arrangement process. </a:t>
            </a:r>
          </a:p>
          <a:p>
            <a:r>
              <a:rPr lang="en-IN" dirty="0"/>
              <a:t>To reduce manual work and human errors in seat allocation. </a:t>
            </a:r>
          </a:p>
          <a:p>
            <a:r>
              <a:rPr lang="en-IN" dirty="0"/>
              <a:t>To provide a user-friendly graphical interface for administrators. </a:t>
            </a:r>
          </a:p>
          <a:p>
            <a:r>
              <a:rPr lang="en-IN" dirty="0"/>
              <a:t>To maintain a systematic distribution of students from different departments. </a:t>
            </a:r>
          </a:p>
          <a:p>
            <a:r>
              <a:rPr lang="en-IN" dirty="0"/>
              <a:t>To display student information efficiently. </a:t>
            </a:r>
          </a:p>
          <a:p>
            <a:r>
              <a:rPr lang="en-IN" dirty="0"/>
              <a:t>To generate seating arrangements quickly and accurately. </a:t>
            </a:r>
          </a:p>
          <a:p>
            <a:r>
              <a:rPr lang="en-IN" dirty="0"/>
              <a:t>To improve examination hall management and organization. </a:t>
            </a:r>
          </a:p>
          <a:p>
            <a:r>
              <a:rPr lang="en-IN" dirty="0"/>
              <a:t>To ensure fair and transparent seat allocation. </a:t>
            </a:r>
          </a:p>
          <a:p>
            <a:r>
              <a:rPr lang="en-IN" dirty="0"/>
              <a:t>To save time during examination planning and execution. </a:t>
            </a:r>
          </a:p>
          <a:p>
            <a:r>
              <a:rPr lang="en-IN" dirty="0"/>
              <a:t>To provide a scalable solution for educational institutions. </a:t>
            </a:r>
          </a:p>
          <a:p>
            <a:endParaRPr lang="en-IN" dirty="0"/>
          </a:p>
        </p:txBody>
      </p:sp>
    </p:spTree>
    <p:extLst>
      <p:ext uri="{BB962C8B-B14F-4D97-AF65-F5344CB8AC3E}">
        <p14:creationId xmlns:p14="http://schemas.microsoft.com/office/powerpoint/2010/main" val="2362359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0143B-184A-24F4-946A-A3FABDC990F4}"/>
              </a:ext>
            </a:extLst>
          </p:cNvPr>
          <p:cNvSpPr>
            <a:spLocks noGrp="1"/>
          </p:cNvSpPr>
          <p:nvPr>
            <p:ph type="title"/>
          </p:nvPr>
        </p:nvSpPr>
        <p:spPr>
          <a:xfrm>
            <a:off x="951627" y="603403"/>
            <a:ext cx="7958331" cy="1077229"/>
          </a:xfrm>
        </p:spPr>
        <p:txBody>
          <a:bodyPr>
            <a:normAutofit fontScale="90000"/>
          </a:bodyPr>
          <a:lstStyle/>
          <a:p>
            <a:r>
              <a:rPr lang="en-US" dirty="0"/>
              <a:t>                   </a:t>
            </a:r>
            <a:r>
              <a:rPr lang="en-US" dirty="0">
                <a:latin typeface="Segoe UI Semibold" panose="020B0702040204020203" pitchFamily="34" charset="0"/>
                <a:cs typeface="Segoe UI Semibold" panose="020B0702040204020203" pitchFamily="34" charset="0"/>
              </a:rPr>
              <a:t>PYTHON EXCECUTION </a:t>
            </a:r>
          </a:p>
        </p:txBody>
      </p:sp>
      <p:pic>
        <p:nvPicPr>
          <p:cNvPr id="10" name="Picture 9">
            <a:extLst>
              <a:ext uri="{FF2B5EF4-FFF2-40B4-BE49-F238E27FC236}">
                <a16:creationId xmlns:a16="http://schemas.microsoft.com/office/drawing/2014/main" id="{6247E313-2132-D9BE-739F-FAB2AFEE2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5639" y="1680632"/>
            <a:ext cx="4808637" cy="4303608"/>
          </a:xfrm>
          <a:prstGeom prst="rect">
            <a:avLst/>
          </a:prstGeom>
        </p:spPr>
      </p:pic>
      <p:pic>
        <p:nvPicPr>
          <p:cNvPr id="14" name="Content Placeholder 13">
            <a:extLst>
              <a:ext uri="{FF2B5EF4-FFF2-40B4-BE49-F238E27FC236}">
                <a16:creationId xmlns:a16="http://schemas.microsoft.com/office/drawing/2014/main" id="{749CFEA1-D92F-C7BF-3B39-27E76323650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82320" y="1680632"/>
            <a:ext cx="5425440" cy="4303608"/>
          </a:xfrm>
          <a:prstGeom prst="rect">
            <a:avLst/>
          </a:prstGeom>
        </p:spPr>
      </p:pic>
    </p:spTree>
    <p:extLst>
      <p:ext uri="{BB962C8B-B14F-4D97-AF65-F5344CB8AC3E}">
        <p14:creationId xmlns:p14="http://schemas.microsoft.com/office/powerpoint/2010/main" val="70495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ECE2E5C0-336E-AD61-144E-9248BFD5F7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1360" y="609600"/>
            <a:ext cx="10607039" cy="5588000"/>
          </a:xfrm>
          <a:prstGeom prst="rect">
            <a:avLst/>
          </a:prstGeom>
        </p:spPr>
      </p:pic>
    </p:spTree>
    <p:extLst>
      <p:ext uri="{BB962C8B-B14F-4D97-AF65-F5344CB8AC3E}">
        <p14:creationId xmlns:p14="http://schemas.microsoft.com/office/powerpoint/2010/main" val="732729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9E666-CF2C-4417-4A6F-38F18F95610A}"/>
              </a:ext>
            </a:extLst>
          </p:cNvPr>
          <p:cNvSpPr>
            <a:spLocks noGrp="1"/>
          </p:cNvSpPr>
          <p:nvPr>
            <p:ph type="title"/>
          </p:nvPr>
        </p:nvSpPr>
        <p:spPr>
          <a:xfrm>
            <a:off x="-135753" y="528528"/>
            <a:ext cx="3031354" cy="1077229"/>
          </a:xfrm>
        </p:spPr>
        <p:txBody>
          <a:bodyPr/>
          <a:lstStyle/>
          <a:p>
            <a:r>
              <a:rPr lang="en-US" dirty="0"/>
              <a:t>                             </a:t>
            </a:r>
            <a:endParaRPr lang="en-US" dirty="0">
              <a:latin typeface="Segoe UI Semibold" panose="020B0702040204020203" pitchFamily="34" charset="0"/>
              <a:cs typeface="Segoe UI Semibold" panose="020B0702040204020203" pitchFamily="34" charset="0"/>
            </a:endParaRPr>
          </a:p>
        </p:txBody>
      </p:sp>
      <p:pic>
        <p:nvPicPr>
          <p:cNvPr id="8" name="Content Placeholder 7">
            <a:extLst>
              <a:ext uri="{FF2B5EF4-FFF2-40B4-BE49-F238E27FC236}">
                <a16:creationId xmlns:a16="http://schemas.microsoft.com/office/drawing/2014/main" id="{3FFDDCD3-B694-B7C6-8E4A-F245939665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161" y="528528"/>
            <a:ext cx="10982960" cy="5800944"/>
          </a:xfrm>
          <a:prstGeom prst="rect">
            <a:avLst/>
          </a:prstGeom>
        </p:spPr>
      </p:pic>
    </p:spTree>
    <p:extLst>
      <p:ext uri="{BB962C8B-B14F-4D97-AF65-F5344CB8AC3E}">
        <p14:creationId xmlns:p14="http://schemas.microsoft.com/office/powerpoint/2010/main" val="1562029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6C4FA-97E8-587B-B1E4-7570737F464E}"/>
              </a:ext>
            </a:extLst>
          </p:cNvPr>
          <p:cNvSpPr>
            <a:spLocks noGrp="1"/>
          </p:cNvSpPr>
          <p:nvPr>
            <p:ph type="title"/>
          </p:nvPr>
        </p:nvSpPr>
        <p:spPr/>
        <p:txBody>
          <a:bodyPr/>
          <a:lstStyle/>
          <a:p>
            <a:r>
              <a:rPr lang="en-IN" dirty="0"/>
              <a:t>FUTURE SCOPE</a:t>
            </a:r>
          </a:p>
        </p:txBody>
      </p:sp>
      <p:sp>
        <p:nvSpPr>
          <p:cNvPr id="3" name="Content Placeholder 2">
            <a:extLst>
              <a:ext uri="{FF2B5EF4-FFF2-40B4-BE49-F238E27FC236}">
                <a16:creationId xmlns:a16="http://schemas.microsoft.com/office/drawing/2014/main" id="{476A4142-8F59-1784-C463-E9E04C9AAD09}"/>
              </a:ext>
            </a:extLst>
          </p:cNvPr>
          <p:cNvSpPr>
            <a:spLocks noGrp="1"/>
          </p:cNvSpPr>
          <p:nvPr>
            <p:ph idx="1"/>
          </p:nvPr>
        </p:nvSpPr>
        <p:spPr/>
        <p:txBody>
          <a:bodyPr>
            <a:normAutofit fontScale="77500" lnSpcReduction="20000"/>
          </a:bodyPr>
          <a:lstStyle/>
          <a:p>
            <a:r>
              <a:rPr lang="en-IN" dirty="0"/>
              <a:t>Integration with </a:t>
            </a:r>
            <a:r>
              <a:rPr lang="en-IN" b="1" dirty="0"/>
              <a:t>MySQL</a:t>
            </a:r>
            <a:r>
              <a:rPr lang="en-IN" dirty="0"/>
              <a:t> or other databases for managing large student records. </a:t>
            </a:r>
          </a:p>
          <a:p>
            <a:r>
              <a:rPr lang="en-IN" dirty="0"/>
              <a:t>Development of a web-based version using </a:t>
            </a:r>
            <a:r>
              <a:rPr lang="en-IN" b="1" dirty="0"/>
              <a:t>Django</a:t>
            </a:r>
            <a:r>
              <a:rPr lang="en-IN" dirty="0"/>
              <a:t> or </a:t>
            </a:r>
            <a:r>
              <a:rPr lang="en-IN" b="1" dirty="0"/>
              <a:t>Flask</a:t>
            </a:r>
            <a:r>
              <a:rPr lang="en-IN" dirty="0"/>
              <a:t>. </a:t>
            </a:r>
          </a:p>
          <a:p>
            <a:r>
              <a:rPr lang="en-IN" dirty="0"/>
              <a:t>Automatic hall allocation based on student strength and hall capacity. </a:t>
            </a:r>
          </a:p>
          <a:p>
            <a:r>
              <a:rPr lang="en-IN" dirty="0"/>
              <a:t>Generation of seating charts in </a:t>
            </a:r>
            <a:r>
              <a:rPr lang="en-IN" b="1" dirty="0"/>
              <a:t>PDF format</a:t>
            </a:r>
            <a:r>
              <a:rPr lang="en-IN" dirty="0"/>
              <a:t>. </a:t>
            </a:r>
          </a:p>
          <a:p>
            <a:r>
              <a:rPr lang="en-IN" dirty="0"/>
              <a:t>Printing support for hall-wise seating arrangements. </a:t>
            </a:r>
          </a:p>
          <a:p>
            <a:r>
              <a:rPr lang="en-IN" dirty="0"/>
              <a:t>Student login portal for checking seat allocation. </a:t>
            </a:r>
          </a:p>
          <a:p>
            <a:r>
              <a:rPr lang="en-IN" dirty="0"/>
              <a:t>QR Code-based attendance management system. </a:t>
            </a:r>
          </a:p>
          <a:p>
            <a:r>
              <a:rPr lang="en-IN" dirty="0"/>
              <a:t>Email and SMS notifications for students. </a:t>
            </a:r>
          </a:p>
          <a:p>
            <a:r>
              <a:rPr lang="en-IN" dirty="0"/>
              <a:t>Cloud-based examination management system. </a:t>
            </a:r>
          </a:p>
          <a:p>
            <a:r>
              <a:rPr lang="en-IN" dirty="0"/>
              <a:t>AI-based optimized seat allocation algorithms. </a:t>
            </a:r>
          </a:p>
          <a:p>
            <a:r>
              <a:rPr lang="en-IN" dirty="0"/>
              <a:t>Multi-campus and multi-college examination management. </a:t>
            </a:r>
          </a:p>
          <a:p>
            <a:r>
              <a:rPr lang="en-IN" dirty="0"/>
              <a:t>Real-time analytics and reporting dashboard. </a:t>
            </a:r>
          </a:p>
          <a:p>
            <a:r>
              <a:rPr lang="en-IN" dirty="0"/>
              <a:t>Mobile application support for administrators and students.</a:t>
            </a:r>
          </a:p>
          <a:p>
            <a:endParaRPr lang="en-IN" dirty="0"/>
          </a:p>
        </p:txBody>
      </p:sp>
    </p:spTree>
    <p:extLst>
      <p:ext uri="{BB962C8B-B14F-4D97-AF65-F5344CB8AC3E}">
        <p14:creationId xmlns:p14="http://schemas.microsoft.com/office/powerpoint/2010/main" val="3079638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EBF46-C225-1F7A-5218-587066E75E92}"/>
              </a:ext>
            </a:extLst>
          </p:cNvPr>
          <p:cNvSpPr>
            <a:spLocks noGrp="1"/>
          </p:cNvSpPr>
          <p:nvPr>
            <p:ph type="title"/>
          </p:nvPr>
        </p:nvSpPr>
        <p:spPr>
          <a:xfrm>
            <a:off x="625022" y="686481"/>
            <a:ext cx="10515600" cy="2852737"/>
          </a:xfrm>
        </p:spPr>
        <p:txBody>
          <a:bodyPr/>
          <a:lstStyle/>
          <a:p>
            <a:r>
              <a:rPr lang="en-US" dirty="0"/>
              <a:t>                       </a:t>
            </a:r>
            <a:r>
              <a:rPr lang="en-US" dirty="0">
                <a:latin typeface="Segoe UI Semibold" panose="020B0702040204020203" pitchFamily="34" charset="0"/>
                <a:cs typeface="Segoe UI Semibold" panose="020B0702040204020203" pitchFamily="34" charset="0"/>
              </a:rPr>
              <a:t>THANK YOU</a:t>
            </a:r>
          </a:p>
        </p:txBody>
      </p:sp>
    </p:spTree>
    <p:extLst>
      <p:ext uri="{BB962C8B-B14F-4D97-AF65-F5344CB8AC3E}">
        <p14:creationId xmlns:p14="http://schemas.microsoft.com/office/powerpoint/2010/main" val="1828080688"/>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87</TotalTime>
  <Words>412</Words>
  <Application>Microsoft Office PowerPoint</Application>
  <PresentationFormat>Widescreen</PresentationFormat>
  <Paragraphs>36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Segoe UI Semibold</vt:lpstr>
      <vt:lpstr>Vapor Trail</vt:lpstr>
      <vt:lpstr>EXAM SEATING  ARRANGEMENT </vt:lpstr>
      <vt:lpstr>ABSTRACT</vt:lpstr>
      <vt:lpstr>OBJECTIVES     </vt:lpstr>
      <vt:lpstr>                   PYTHON EXCECUTION </vt:lpstr>
      <vt:lpstr>PowerPoint Presentation</vt:lpstr>
      <vt:lpstr>                             </vt:lpstr>
      <vt:lpstr>FUTURE SCOPE</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srihitha A</dc:creator>
  <cp:lastModifiedBy>SHIVANI GANTANNAGARI</cp:lastModifiedBy>
  <cp:revision>5</cp:revision>
  <dcterms:created xsi:type="dcterms:W3CDTF">2026-06-15T15:00:36Z</dcterms:created>
  <dcterms:modified xsi:type="dcterms:W3CDTF">2026-06-15T17:06:25Z</dcterms:modified>
</cp:coreProperties>
</file>